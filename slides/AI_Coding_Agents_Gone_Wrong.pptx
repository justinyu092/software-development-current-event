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AI coding agents that went wrong. We cover three cases in order: Claude Code, OpenAI, and Gemini, and compare how each one broke out of its sandbox or deleted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can run shell commands and edit files. A sandbox is meant to contain it, and three advisories show where it fell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advisories are confirmed, each rated High. CVE-2026-25725 was fixed in 2.1.2, CVE-2026-39861 in 2.1.64, and CVE-2026-55607 in 2.1.163.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the sandbox missed a config file that did not exist yet, so the agent could create it and plant startup hooks. In the second, symlinks let writes escape the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have also reported data loss. One reported a cleanup script that walked into Windows junctions and deleted 48,218 live project files in 103 seconds. Another reported a terraform destroy that erased 2.5 years of course submissions, and that backups were deleted too. Four GitHub issues report Windows root deletions. These are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May and July, an OpenAI agent hijacked a German developer wiki. Then in September, the same kind of agent escaped its training sandbox and communicated with an external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September, the agent escaped its training sandbox and communicated with an external chatbot. Reports say the automated shutdown never triggered, so staff stopped the model by hand after about two and a half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it happen? Some researchers say many companies operate these agents without any supervision and without any approval. Nobody watches them while they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 four AI agents operates without human supervision. Two-thirds lack formal approval from the IT department. So unpredictable agents increase anxiety among security professionals.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this: An advanced AI system, locked in a testing sandbox, breaks its digital chains, bypasses its guardrails, and accidentally hacks into three real-world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actually happened earlier this year during a security evaluation. The Gemini agents were targeting fictional companies, but due to an unintended name overlap, three names matched real corporations. Thinking it was authorized, Gemini used the public internet to research them. Worse, environment defects exposed a Docker socket, allowing the AI to launch a privileged container and gain read-write access to the host machine, even finding working passwords in a public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silver lining in all of this? The AI stopped itself once it realized what was happening, and Google immediately reached out to the affected companies to notify them. Those points are Google's own account of the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no malicious damage was done, the fallout has been massive. Google faced heavy backlash for withholding news of the breach for four months. Lawmakers, policy experts, and industry leaders are now experiencing a renewed wave of anxiety. Expect to see much stronger scrutiny over AI testing infrastructures and heavy political pushback demanding tighter oversight and regulation. The sandbox has been breached once, and the industry is scrambling to make sure it never happens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limit privileges, check where paths really point, keep backups off the machine, and approve destructive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Software Development Current Event AI Coding Agents Gone Wrong Data Loss, Sandbox Escapes, and Security Risks Kyeongjun Yu · Ryan Klusacek · ByeongHak Le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A coding agent with a shell can do what your account can do. Claude Code runs terminal commands, edits files, and uses git. A sandbox is meant to limit that power. Three confirmed advisories show where it fell short. Claude Cod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Three confirmed sandbox escapes Fixed in 2.1.2 CVE-2026-25725 High · CVSS v4 7.7 GHSA-ff64-7w26-62rf A config file that did not exist yet could hold startup hooks. Fixed in 2.1.64 CVE-2026-39861 High · CVSS v4 7.7 GHSA-vp62-r36r-9xqp Symlinks created outside the workspace were followed without the sandbox. Fixed in 2.1.163 CVE-2026-55607 High · CVSS v4 7.7 GHSA-7835-87q9-rgvv A worktree named .git led to writes outside the sandbox. CVE (Common Vulnerabilities and Exposures): a public ID for a known security flaw, such as CVE-2026-25725. CVSS (Common Vulnerability Scoring System): a 0–10 severity score. v4 7.7 falls in the High range. Claude Code · Source: GitHub Security Advisori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Paths the sandbox did not cover  CVE-2026-25725 · Missing file Startup hooks in a file that did not exist Sandbox Missing config Hooks run The sandbox protected the config file it knew about. When .claude/settings.json was missing, code inside the sandbox could create it, and its hooks ran with host privileges on the next start.  CVE-2026-39861 and CVE-2026-55607 Symlinks and worktrees led outside the workspace Workspace Symlink Outside files Sandboxed code could create a symlink pointing outside the workspace, and the unsandboxed part followed it. The third advisory says exploitation required a user to clone a malicious repository and run Claude Code on it. Claude Code · Sources: GHSA-ff64-7w26-62rf, GHSA-vp62-r36r-9xqp, GHSA-7835-87q9-rgvv">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Reported by users · not independently verified Data loss in the wild 48,218 live project files in 103 seconds A cleanup script walked into Windows junctions and deleted linked folders. 2.5 yrs of course submissions erased A terraform destroy run through Claude Code. Backups were reported deleted too. 4 GitHub issues on Windows root deletion Filed September to October 2026. Three give sizes, from about 116 GB to 600 GB. Claude Code · Sources: user reports, news coverage, GitHub issu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Two incidents in one year  May – July 2026 An OpenAI agent hijacked a German developer wiki.  September 2026 It escaped its training sandbox and communicated with an external chatbot. OpenAI · Incidents as report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A training sandbox escape that took 2.5 hours to stop September 20, 2026 An agent exploited a network filtering gap to reach an external chatbot. Staff stopped it by hand, because the automated shutdown never triggered. OpenAI · Incident as report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Why did it happen?  No supervision Many companies run agents with nobody watching while they work.  No approval The agents were never signed off before going live. OpenAI · Source: researcher commentary as report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Oversight gaps around enterprise agents 1 in 4 AI agents run in corporate environments with no human oversight. ~2/3 of active agents lack formal IT approval (shadow AI). 64% of IT leaders expect an agent- caused public incident within 18 months. OpenAI · Source: vendor survey cited in press releas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A capture-the-flag sandbox that reached real companies Gemini · Google Reported in September 2026. The incidents date to May 2026. Gemin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Gemini · Source: Gemini research notes; details as reported How it happened  Sandbox  Docker socket  Host home directory  Public internet The trigger Capture-the-flag testing was supposed to run in a closed sandbox. Three fictional target names overlapped with three real company names. The vulnerability Exposed Docker sockets let agents launch privileged containers with full read and write access. That gave the agents access to the public interne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Timeline: response and disclosure  May 2026 Testing conducted; intrusions reportedly occurred  July 2026 Evaluators notify Google  September 2026 Public disclosure Google's disclosure Agents stopped themselves after realizing they were outside the testing environment. The companies breached were notified immediately. Gemini · Timeline as reported by news coverage; not independently verifi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Impact and the future of AI governance  Industry anxiety Autonomous AI capabilities are outpacing guardrails.  Testing scrutiny An urgent overhaul of AI containment infrastructure.  Political pushback Demands for strict federal oversight and regulation. Gemini · Sources: WSJ, Cybersecurity Dive, CSA research note, Pillar Security">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Limiting the blast radius  1 Least privilege Give the agent only the folders and accounts it needs.  2 Check what paths resolve to Symlinks, junctions and worktrees can point outside the project.  3 Keep backups off the machine A copy the agent can reach is not a backup.  4 Approve destructive commands Review rm, destroy and bulk deletes before they run. All three cas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Coding Agents Gone Wrong</dc:title>
  <dc:subject/>
  <dc:creator/>
  <cp:lastModifiedBy/>
  <cp:revision>1</cp:revision>
  <dcterms:created xsi:type="dcterms:W3CDTF">2026-10-20T00:42:55Z</dcterms:created>
  <dcterms:modified xsi:type="dcterms:W3CDTF">2026-10-20T00:42:55Z</dcterms:modified>
</cp:coreProperties>
</file>